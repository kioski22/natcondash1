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8" autoAdjust="0"/>
    <p:restoredTop sz="94660"/>
  </p:normalViewPr>
  <p:slideViewPr>
    <p:cSldViewPr snapToGrid="0">
      <p:cViewPr varScale="1">
        <p:scale>
          <a:sx n="72" d="100"/>
          <a:sy n="72" d="100"/>
        </p:scale>
        <p:origin x="61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5C9D7-F0F7-4AEE-B928-DFEA718AE083}" type="datetimeFigureOut">
              <a:rPr lang="en-PH" smtClean="0"/>
              <a:t>07/08/2025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9F8CB-9807-46B6-804D-41D4792418C2}" type="slidenum">
              <a:rPr lang="en-PH" smtClean="0"/>
              <a:t>‹#›</a:t>
            </a:fld>
            <a:endParaRPr lang="en-PH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5C9D7-F0F7-4AEE-B928-DFEA718AE083}" type="datetimeFigureOut">
              <a:rPr lang="en-PH" smtClean="0"/>
              <a:t>07/08/2025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9F8CB-9807-46B6-804D-41D4792418C2}" type="slidenum">
              <a:rPr lang="en-PH" smtClean="0"/>
              <a:t>‹#›</a:t>
            </a:fld>
            <a:endParaRPr lang="en-PH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5C9D7-F0F7-4AEE-B928-DFEA718AE083}" type="datetimeFigureOut">
              <a:rPr lang="en-PH" smtClean="0"/>
              <a:t>07/08/2025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9F8CB-9807-46B6-804D-41D4792418C2}" type="slidenum">
              <a:rPr lang="en-PH" smtClean="0"/>
              <a:t>‹#›</a:t>
            </a:fld>
            <a:endParaRPr lang="en-PH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5C9D7-F0F7-4AEE-B928-DFEA718AE083}" type="datetimeFigureOut">
              <a:rPr lang="en-PH" smtClean="0"/>
              <a:t>07/08/2025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9F8CB-9807-46B6-804D-41D4792418C2}" type="slidenum">
              <a:rPr lang="en-PH" smtClean="0"/>
              <a:t>‹#›</a:t>
            </a:fld>
            <a:endParaRPr lang="en-PH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5C9D7-F0F7-4AEE-B928-DFEA718AE083}" type="datetimeFigureOut">
              <a:rPr lang="en-PH" smtClean="0"/>
              <a:t>07/08/2025</a:t>
            </a:fld>
            <a:endParaRPr lang="en-P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9F8CB-9807-46B6-804D-41D4792418C2}" type="slidenum">
              <a:rPr lang="en-PH" smtClean="0"/>
              <a:t>‹#›</a:t>
            </a:fld>
            <a:endParaRPr lang="en-PH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5C9D7-F0F7-4AEE-B928-DFEA718AE083}" type="datetimeFigureOut">
              <a:rPr lang="en-PH" smtClean="0"/>
              <a:t>07/08/2025</a:t>
            </a:fld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9F8CB-9807-46B6-804D-41D4792418C2}" type="slidenum">
              <a:rPr lang="en-PH" smtClean="0"/>
              <a:t>‹#›</a:t>
            </a:fld>
            <a:endParaRPr lang="en-PH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5C9D7-F0F7-4AEE-B928-DFEA718AE083}" type="datetimeFigureOut">
              <a:rPr lang="en-PH" smtClean="0"/>
              <a:t>07/08/2025</a:t>
            </a:fld>
            <a:endParaRPr lang="en-P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9F8CB-9807-46B6-804D-41D4792418C2}" type="slidenum">
              <a:rPr lang="en-PH" smtClean="0"/>
              <a:t>‹#›</a:t>
            </a:fld>
            <a:endParaRPr lang="en-PH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5C9D7-F0F7-4AEE-B928-DFEA718AE083}" type="datetimeFigureOut">
              <a:rPr lang="en-PH" smtClean="0"/>
              <a:t>07/08/2025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9F8CB-9807-46B6-804D-41D4792418C2}" type="slidenum">
              <a:rPr lang="en-PH" smtClean="0"/>
              <a:t>‹#›</a:t>
            </a:fld>
            <a:endParaRPr lang="en-PH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5C9D7-F0F7-4AEE-B928-DFEA718AE083}" type="datetimeFigureOut">
              <a:rPr lang="en-PH" smtClean="0"/>
              <a:t>07/08/2025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9F8CB-9807-46B6-804D-41D4792418C2}" type="slidenum">
              <a:rPr lang="en-PH" smtClean="0"/>
              <a:t>‹#›</a:t>
            </a:fld>
            <a:endParaRPr lang="en-PH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5C9D7-F0F7-4AEE-B928-DFEA718AE083}" type="datetimeFigureOut">
              <a:rPr lang="en-PH" smtClean="0"/>
              <a:t>07/08/2025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9F8CB-9807-46B6-804D-41D4792418C2}" type="slidenum">
              <a:rPr lang="en-PH" smtClean="0"/>
              <a:t>‹#›</a:t>
            </a:fld>
            <a:endParaRPr lang="en-PH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5C9D7-F0F7-4AEE-B928-DFEA718AE083}" type="datetimeFigureOut">
              <a:rPr lang="en-PH" smtClean="0"/>
              <a:t>07/08/2025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9F8CB-9807-46B6-804D-41D4792418C2}" type="slidenum">
              <a:rPr lang="en-PH" smtClean="0"/>
              <a:t>‹#›</a:t>
            </a:fld>
            <a:endParaRPr lang="en-PH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25C9D7-F0F7-4AEE-B928-DFEA718AE083}" type="datetimeFigureOut">
              <a:rPr lang="en-PH" smtClean="0"/>
              <a:t>07/08/2025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C9F8CB-9807-46B6-804D-41D4792418C2}" type="slidenum">
              <a:rPr lang="en-PH" smtClean="0"/>
              <a:t>‹#›</a:t>
            </a:fld>
            <a:endParaRPr lang="en-PH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28440"/>
          </a:xfrm>
        </p:spPr>
        <p:txBody>
          <a:bodyPr>
            <a:normAutofit/>
          </a:bodyPr>
          <a:lstStyle/>
          <a:p>
            <a:pPr algn="ctr"/>
            <a:r>
              <a:rPr lang="en-US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PHOTO DOCUMENTATION OF 4</a:t>
            </a:r>
            <a:r>
              <a:rPr lang="en-US" sz="7200" b="1" baseline="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</a:t>
            </a:r>
            <a:r>
              <a:rPr lang="en-US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PME NATIONAL CONGRESS JULY 2025</a:t>
            </a:r>
            <a:endParaRPr lang="en-PH" sz="7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870502"/>
            <a:ext cx="6858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2789" y="318052"/>
            <a:ext cx="4666421" cy="62218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7759" y="324678"/>
            <a:ext cx="4656482" cy="620864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6942" y="230256"/>
            <a:ext cx="4798115" cy="639748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0487" y="229428"/>
            <a:ext cx="4711026" cy="63991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857250"/>
            <a:ext cx="6858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857250"/>
            <a:ext cx="6858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9958" y="253815"/>
            <a:ext cx="3572083" cy="635037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0194" y="247926"/>
            <a:ext cx="4771611" cy="636214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857250"/>
            <a:ext cx="6858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687" y="283265"/>
            <a:ext cx="8388626" cy="629147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Microsoft Office PowerPoint</Application>
  <PresentationFormat>Widescreen</PresentationFormat>
  <Paragraphs>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PHOTO DOCUMENTATION OF 4TH PME NATIONAL CONGRESS JULY 2025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This Pc</dc:creator>
  <cp:lastModifiedBy>This Pc</cp:lastModifiedBy>
  <cp:revision>4</cp:revision>
  <dcterms:created xsi:type="dcterms:W3CDTF">2025-08-07T10:05:00Z</dcterms:created>
  <dcterms:modified xsi:type="dcterms:W3CDTF">2025-08-07T10:49:47Z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56EB3BC2C2EF4E3DB3B8BA75A1FE98E1_13</vt:lpwstr>
  </property>
  <property fmtid="{D5CDD505-2E9C-101B-9397-08002B2CF9AE}" pid="3" name="KSOProductBuildVer">
    <vt:lpwstr>1033-12.2.0.21931</vt:lpwstr>
  </property>
</Properties>
</file>